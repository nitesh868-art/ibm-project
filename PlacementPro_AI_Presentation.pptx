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day evaluators. Welcome to the presentation of PlacementPro AI for the IBM SkillsBuild Masterclass 5 submission.</a:t>
            </a:r>
          </a:p>
          <a:p>
            <a:r>
              <a:t>PlacementPro AI is an enterprise-grade academic learning and placement acceleration platform built specifically for undergraduate engineering students.</a:t>
            </a:r>
          </a:p>
          <a:p>
            <a:r>
              <a:t>Our core mission is to bridge the historical disconnect between semester coursework and competitive campus recruitment drives by turning static university syllabi into interactive AI cognitive tutors.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address the problem statement. B.Tech students in India and globally face a dual burden. On one side, they must master 5 to 6 dense subjects every semester to maintain their CGPA. On the other side, tech companies like Google, Microsoft, TCS, and Amazon evaluate them on algorithmic proficiency, aptitude, and ATS resumes.</a:t>
            </a:r>
          </a:p>
          <a:p>
            <a:r>
              <a:t>Currently, students juggle disconnected websites—YouTube, LeetCode, PDF notes—with no unified system tracking their actual placement readiness. PlacementPro AI solves this fragmentation.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outlines our target users and UN SDG alignment.</a:t>
            </a:r>
          </a:p>
          <a:p>
            <a:r>
              <a:t>Our primary beneficiaries are undergraduate engineering students and college placement cells.</a:t>
            </a:r>
          </a:p>
          <a:p>
            <a:r>
              <a:t>We directly align with UN SDG 4—Quality Education—by democratizing 24/7 AI tutoring across engineering subjects.</a:t>
            </a:r>
          </a:p>
          <a:p>
            <a:r>
              <a:t>Secondarily, we align with SDG 8—Decent Work and Economic Growth—by giving students the practical interview readiness and ATS-optimized skills needed to secure productive, high-value employment upon graduation.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presents our proposed solution: PlacementPro AI.</a:t>
            </a:r>
          </a:p>
          <a:p>
            <a:r>
              <a:t>It combines three tightly integrated pillars:</a:t>
            </a:r>
          </a:p>
          <a:p>
            <a:r>
              <a:t>First, Academic Intelligence: Students upload their exact syllabus PDF, and our AI indexes modules for instant, context-aware doubt solving and Pomodoro timetabling.</a:t>
            </a:r>
          </a:p>
          <a:p>
            <a:r>
              <a:t>Second, the Placement Pipeline: Timed assessments, ATS resume auditing, and AI mock interviews that calculate a unified Placement Readiness Score.</a:t>
            </a:r>
          </a:p>
          <a:p>
            <a:r>
              <a:t>Third, Institutional Governance: Dedicated administration dashboards providing cohort telemetry for college placement directors.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summarizes the functional modules implemented in our working code:</a:t>
            </a:r>
          </a:p>
          <a:p>
            <a:r>
              <a:t>1. The Syllabus Q&amp;A Engine powered by NVIDIA Nemotron 30B.</a:t>
            </a:r>
          </a:p>
          <a:p>
            <a:r>
              <a:t>2. The Adaptive Study Planner with Pomodoro schedules.</a:t>
            </a:r>
          </a:p>
          <a:p>
            <a:r>
              <a:t>3. The Mock Exam suite with over 8 active tests in DSA, DBMS, Java, OS, and Aptitude.</a:t>
            </a:r>
          </a:p>
          <a:p>
            <a:r>
              <a:t>4. The ATS Resume Scanner providing keyword and formatting audits.</a:t>
            </a:r>
          </a:p>
          <a:p>
            <a:r>
              <a:t>5. The AI Interview Simulator with structured candidate feedback.</a:t>
            </a:r>
          </a:p>
          <a:p>
            <a:r>
              <a:t>6. The Neural Admin Command Center for batch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details our system architecture and workflow.</a:t>
            </a:r>
          </a:p>
          <a:p>
            <a:r>
              <a:t>When a student uploads a syllabus, our backend extracts text structures using PyPDF2 and python-docx, primes the curriculum buffer, and caches module hierarchies.</a:t>
            </a:r>
          </a:p>
          <a:p>
            <a:r>
              <a:t>When the student asks technical questions, Django constructs an augmented prompt sent to OpenRouter's NVIDIA Nemotron 30B reasoning model.</a:t>
            </a:r>
          </a:p>
          <a:p>
            <a:r>
              <a:t>The student simultaneously takes assessments, updating their Placement Readiness Score in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presents the technology stack.</a:t>
            </a:r>
          </a:p>
          <a:p>
            <a:r>
              <a:t>On the backend, we run Django 6.1 on Python 3.14, utilizing a custom multi-identifier authentication backend.</a:t>
            </a:r>
          </a:p>
          <a:p>
            <a:r>
              <a:t>For AI reasoning, we integrate NVIDIA's Nemotron 30B reasoning architecture through OpenRouter, backed by an automatic fallback chain to ensure high reliability.</a:t>
            </a:r>
          </a:p>
          <a:p>
            <a:r>
              <a:t>The database uses a structured relational schema covering student records, syllabi, questions, and attempt analytics.</a:t>
            </a:r>
          </a:p>
          <a:p>
            <a:r>
              <a:t>The frontend uses responsive HTML5 and Vanilla CSS3 with zero bloat.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showcases genuine screenshots from our actual running application.</a:t>
            </a:r>
          </a:p>
          <a:p>
            <a:r>
              <a:t>On the left is the AI Placement Command Center, providing administrators with live telemetry, active student counts, curriculum subject indexing status, and test completions.</a:t>
            </a:r>
          </a:p>
          <a:p>
            <a:r>
              <a:t>On the right is the Student Learning Portal, showcasing the interactive syllabus tutor, study scheduling interface, and mock test assessment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discusses expected impact and evaluation metrics.</a:t>
            </a:r>
          </a:p>
          <a:p>
            <a:r>
              <a:t>By diagnosing skill gaps early and auditing resumes against ATS standards, we expect significantly higher corporate shortlisting rates.</a:t>
            </a:r>
          </a:p>
          <a:p>
            <a:r>
              <a:t>Operationally, the platform automates mock test compilation and provides 24/7 tutoring support.</a:t>
            </a:r>
          </a:p>
          <a:p>
            <a:r>
              <a:t>All functional routes have been verified with HTTP 200 responses, strict role security, and real question banks.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Phase 1 of PlacementPro AI delivers a working, robust educational platform combining syllabus-grounded tutoring, mock testing, and placement diagnostics.</a:t>
            </a:r>
          </a:p>
          <a:p>
            <a:r>
              <a:t>Looking forward, our roadmap includes live WebAssembly code execution, voice-based AI interview simulations, and deeper integrations with university learning management systems.</a:t>
            </a:r>
          </a:p>
          <a:p>
            <a:r>
              <a:t>Thank you for your consideration, and I welcome any questions from the evaluation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IBM SKILLSBUILD MASTERCLASS 5 SUBMISSION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PlacementPro AI</a:t>
            </a:r>
          </a:p>
          <a:p>
            <a:pPr>
              <a:spcAft>
                <a:spcPts val="1800"/>
              </a:spcAft>
              <a:defRPr sz="1800" b="1">
                <a:solidFill>
                  <a:srgbClr val="6366F1"/>
                </a:solidFill>
                <a:latin typeface="Segoe UI"/>
              </a:defRPr>
            </a:pPr>
            <a:r>
              <a:t>Next-Generation Campus Placement &amp; Intelligent Academic Copilot</a:t>
            </a:r>
          </a:p>
          <a:p>
            <a:pPr>
              <a:spcAft>
                <a:spcPts val="2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An AI-native full-stack educational platform connecting university curriculum mastery directly to corporate tech recruitment readiness through contextual syllabus reasoning and automated skill assessment.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Author / Developer: Undergraduate Engineering Candidate</a:t>
            </a:r>
            <a:br/>
            <a:r>
              <a:t>Framework: Django 6.1  •  AI Engine: NVIDIA Nemotron 30B  •  Target: B.Tech Engineering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●  THE STUDENT DILEMMA &amp; INSTITUTIONAL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Problem Statement: The Dual Pressure on Engineering Students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Undergraduates face two conflicting demands with fragmented, passive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PlacementPro AI  |  Undergraduate Academic &amp; Placement Copilot  |  IBM SkillsBuild Masterclass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346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1. Academic Semester Pressure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Dense theoretical coursework across 5-6 core CS subjects each semester (DSA, DBMS, OS, Networks).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Rigid exam schedules demanding high CGPA benchmarks for initial placement eligibility.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Static PDF syllabi provide no interactive support when students face conceptual hurdles during late-night study.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Limited faculty office hours cannot scale to 1-on-1 tutoring for hundreds of cohort students.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8346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2. Industry Placement Bar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Tier-1 corporate recruitment requires deep algorithmic problem-solving and clean system design.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Aptitude rounds eliminate up to 70% of applicants in initial screening tests.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ATS resume filters reject qualified candidates due to missing industry keywords or poor bullet structure.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Students only discover their readiness gaps after failing company tests when it is already too late.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28346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3. Fragmented Ecosystem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Students juggle 5 to 7 disconnected tools: YouTube for lectures, LeetCode for DSA, Canva for CVs.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Zero unified data pipeline connects curriculum learning to placement assessment scores.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Training &amp; Placement Officers (TPOs) lack real-time cohort telemetry to track student readiness.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High preparation anxiety and uneven access to quality personalized mentorship.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●  BENEFICIARIES &amp; UNITED NATIONS GLOBAL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Target Users &amp; Sustainable Development Goals (SDGs)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Aligned with UN SDG 4 (Quality Education) and SDG 8 (Decent Work &amp; Economic Growth).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PlacementPro AI  |  Undergraduate Academic &amp; Placement Copilot  |  IBM SkillsBuild Masterclass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366F1"/>
                </a:solidFill>
                <a:latin typeface="Segoe UI"/>
              </a:defRPr>
            </a:pPr>
            <a:r>
              <a:t>Target User Archetypes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Primary Users: B.Tech / B.E. / BCA / MCA undergraduate students preparing simultaneously for university semester exams and campus placement seasons.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Institutional Administrators &amp; TPOs: Training &amp; Placement Officers who monitor batch performance, schedule mock tests, and inspect recruitment readiness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9768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Pedagogical Philosophy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Active Cognitive Partnership: Moving away from passive PDF reading to active AI inquiry.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Democratized Mentorship: Ensuring equal access to top-tier technical guidance regardless of college tier or faculty availability.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SDG 4: Quality Education (Primary Alignment)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Target 4.4: Substantially increase the number of youth who have relevant technical and vocational skills for employment and decent jobs.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AI-Powered Syllabus Tutoring: Bridges curriculum gaps with real-time, context-grounded step-by-step doubt resolution.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Personalized Adaptive Learning: Tailors study timetables and practice tests to individual learning velocities.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9768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SDG 8: Decent Work &amp; Economic Growth (Secondary)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Target 8.6: Substantially reduce the proportion of youth not in employment, education or training (NEET).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Pre-Recruitment Diagnostic Audits: ATS resume scoring and simulated interview practice directly enhance employability.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Skill Gap Analysis: Pinpoints exact missing competencies required by hiring tech companies.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●  PLATFORM ARCHITECTURE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Proposed Solution: The PlacementPro AI Unified Ecosystem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A unified AI copilot combining academic syllabus comprehension with placement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PlacementPro AI  |  Undergraduate Academic &amp; Placement Copilot  |  IBM SkillsBuild Masterclass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346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366F1"/>
                </a:solidFill>
                <a:latin typeface="Segoe UI"/>
              </a:defRPr>
            </a:pPr>
            <a:r>
              <a:t>1. Academic Intelligence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Syllabus Document Ingestion: Upload departmental PDF, Word (.docx), or text curriculum.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Hierarchical Module Indexing: Automatically extracts units, competencies, and topics.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Contextual AI Doubt Solver: Grounds queries in specific course modules (e.g. Floyd's cycle detection in Module 1).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Adaptive Timetable Synthesis: Mathematically allocates daily study hours using Pomodoro intervals.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8346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2. Placement Pipeline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Mock Test Assessment Engine: Timed exams covering DSA, DBMS, OS, Networks, Java, and Aptitude.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ATS Resume Auditor: Evaluates CVs against recruiter standards with instant keyword gap analysis.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AI Technical &amp; HR Interviewer: Interactive conversational rounds scoring completeness, depth, and clarity.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Placement Readiness Score (PRS): A dynamic 0-100 index combining assessment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28346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3. Institutional Governance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Admin Neural Command Center: High-authority control room for placement officers.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Live Batch Analytics: Real-time telemetry on student participation, test completion, and company drives.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Zero-Friction Role Separation: Distinct boundaries protecting student learner workspaces and admin oversight.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Exportable Documentation: Built-in client-ready Concept Notes and PDF report generators.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●  IMPLEMENTED FUNCTIONAL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Core Implemented Features in PlacementPro AI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A tour of live modules currently functioning in the working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PlacementPro AI  |  Undergraduate Academic &amp; Placement Copilot  |  IBM SkillsBuild Masterclass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366F1"/>
                </a:solidFill>
                <a:latin typeface="Segoe UI"/>
              </a:defRPr>
            </a:pPr>
            <a:r>
              <a:t>Interactive Syllabus Q&amp;A Engine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Upload PDF/DOCX or paste subject syllabi.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NVIDIA Nemotron 30B reasoning responds to module queries and broader real-world tech concepts.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Adaptive AI Study Planner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Synthesizes custom weekly schedules based on user deadlines and daily available hours.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Built-in Pomodoro timer and active recall milestones.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Rich Mock Exam &amp; Assessment Suite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8 comprehensive mock tests covering Python, DBMS, Aptitude, DSA, Java, and Operating Systems.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Timer countdown, instant grading, and answer breakdowns.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9768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ATS Resume Auditor &amp; Builder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Parses candidate CVs and computes 0-100 ATS match score.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Identifies missing technical keywords and suggests bullet improvements.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11480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29768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366F1"/>
                </a:solidFill>
                <a:latin typeface="Segoe UI"/>
              </a:defRPr>
            </a:pPr>
            <a:r>
              <a:t>AI Placement Interviewer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Simulates technical and HR interview rounds with interactive AI feedback on clarity, structure, and depth.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Role-specific questions tailored to software engineering.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11480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29768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Neural Admin Command Center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Institutional analytics monitoring user rosters, subject indexing status, and test completions.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High-authority authentication isolating administrative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●  DATA FLOW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System Workflow &amp; End-to-End Architecture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Multi-tier architecture bridging Django MVC with OpenRouter AI Inference.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PlacementPro AI  |  Undergraduate Academic &amp; Placement Copilot  |  IBM SkillsBuild Masterclass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Data Ingestion &amp; Inference Pipeline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Client Layer: Responsive HTML5/Vanilla CSS interface with dynamic theme switching and secure forms.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Backend Controller (Django 6.1): Dispatches requests via MultiIdentifierBackend, validating permissions and routing.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Document Parsing Engine: Ingests uploaded syllabi (PyPDF2/python-docx), cleans raw text, and extracts module boundaries.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Context Assembly: Injects extracted curriculum context (up to 4,000 tokens) alongside student queries into the prompt pipeline.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AI Reasoning Layer: Dispatches asynchronous requests to OpenRouter (NVIDIA Nemotron 30B) with automatic multi-model fallback.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Response Delivery: Formats structured markdown/JSON outputs and streams results back to the interactive 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2918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28346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366F1"/>
                </a:solidFill>
                <a:latin typeface="Segoe UI"/>
              </a:defRPr>
            </a:pPr>
            <a:r>
              <a:t>Stage 1: Ingestion &amp; Indexing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Student selects subject (e.g. DSA).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Uploads syllabus document.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System extracts units &amp; competencies.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Curriculum text stored in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840480"/>
            <a:ext cx="32918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4023360"/>
            <a:ext cx="28346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Stage 2: Continuous Learning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Student queries AI tutor.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AI grounds response in syllabus.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Takes topic tests and mock exams.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Readiness score updates in real-time.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840480"/>
            <a:ext cx="32918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4023360"/>
            <a:ext cx="28346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Stage 3: Career Optimization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Candidate scans resume for ATS score.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Practices AI mock interviews.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Reviews company hiring archives.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Admin monitors cohort progress.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●  UNDERLYING ENGINEERING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Technology Stack &amp; Implementation Specifications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Enterprise-grade, secure, and production-ready technologies.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PlacementPro AI  |  Undergraduate Academic &amp; Placement Copilot  |  IBM SkillsBuild Masterclass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0116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366F1"/>
                </a:solidFill>
                <a:latin typeface="Segoe UI"/>
              </a:defRPr>
            </a:pPr>
            <a:r>
              <a:t>Backend Framework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Django 6.1 (Python 3.14)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Enterprise MTV design pattern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Robust ORM with transactional safety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Cryptographic session handling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Custom MultiIdentifierBackend (Username / Email / Roll No)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High-performance REST API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103120"/>
            <a:ext cx="20116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AI Reasoning Engine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NVIDIA Nemotron 30B Reasoning model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OpenRouter API gateway integration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Multi-model fallback chain for high availability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Context windowing with token budgeting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Pure JSON extraction &amp; markdown formatting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20116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Database &amp; Storage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SQLite (Local Development)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PostgreSQL Ready (Production)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Relational schema covering: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    - - User &amp; Student Profiles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    - - Study Subjects &amp; Syllabi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    - - Question Banks &amp; Tests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    - - Test Attempt Telemetry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WhiteNoise for static assets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92024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103120"/>
            <a:ext cx="20116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Frontend &amp; UI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HTML5 &amp; Vanilla CSS3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Modern Glassmorphic design system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Persistent Dark/Light mode theme toggle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Bootstrap Icons library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Zero heavy JavaScript frameworks for maximum speed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Chart.js for interactive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●  LIVE WORKING PROTOTYPE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Actual Application Screenshots &amp; Working Prototype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Genuine interfaces captured directly from the running PlacementPro AI portal.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PlacementPro AI  |  Undergraduate Academic &amp; Placement Copilot  |  IBM SkillsBuild Masterclass 5</a:t>
            </a:r>
          </a:p>
        </p:txBody>
      </p:sp>
      <p:pic>
        <p:nvPicPr>
          <p:cNvPr id="6" name="Picture 5" descr="media_17915437068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5212080" cy="24787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12064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Figure 1: AI Placement Command Center (Admin Dashboard)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Features real-time active user telemetry, curriculum indexing counts, partner company tracking, and system health status.</a:t>
            </a:r>
          </a:p>
        </p:txBody>
      </p:sp>
      <p:pic>
        <p:nvPicPr>
          <p:cNvPr id="8" name="Picture 7" descr="media_1791539297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212080" cy="27485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12064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Figure 2: Student Learning Portal &amp; Study Planner Workspace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Features syllabus upload &amp; AI doubt resolution, Pomodoro session timer, assessment records, and placement readiness tracker.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●  IMPACT MEASUREMENT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Expected Impact &amp; Evaluation Metrics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Measurable outcomes and rigorous testing methodologies.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PlacementPro AI  |  Undergraduate Academic &amp; Placement Copilot  |  IBM SkillsBuild Masterclass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Expected Pedagogical &amp; Career Impact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Elevated Placement Conversion: Pre-recruitment diagnostic assessments and ATS optimization directly improve initial corporate shortlisting rates.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Reduction in Exam &amp; Interview Anxiety: Continuous 24/7 access to an intelligent academic tutor reduces dependency on scarce office hours.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Balanced Academic Performance: Structured Pomodoro study plans prevent last-minute cramming and promote sustained CGPA retention.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Institutional Efficiency: Automated mock exam scoring and cohort analytics save hundreds of faculty compilation hours annually.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Bridging College Tier Gaps: Grants students in tier-2/3 institutions access to tier-1 quality placement coaching.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Evaluation Metrics &amp; Testing Verification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Functional Verification: All core routes (study planner, mock exams, syllabus Q&amp;A, ATS builder) thoroughly tested and verified with HTTP 200 responses.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Authentication Security: MultiIdentifierBackend strictly enforces role isolation—verified 403 Forbidden protection on administrative routes.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AI Reasoning Accuracy: Tested with complex technical queries (e.g. Floyd's cycle detection in Module 1) with structured, contextual explanations.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Zero Placeholder Architecture: All database subjects and assessments populated with genuine computer science question banks.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Public Documentation Standard: Includes print-optimized executive concept notes ready for institutional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●  ROADMAP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&amp; Future Scope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A roadmap for expanding from campus prototype to institutional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PlacementPro AI  |  Undergraduate Academic &amp; Placement Copilot  |  IBM SkillsBuild Masterclass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366F1"/>
                </a:solidFill>
                <a:latin typeface="Segoe UI"/>
              </a:defRPr>
            </a:pPr>
            <a:r>
              <a:t>Current Accomplishments (Phase 1)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Fully working prototype running locally with Django 6.1.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Real integration with OpenRouter NVIDIA Nemotron 30B reasoning model.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Syllabus file upload (PDF/Word/Text) with contextual AI Q&amp;A.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Mock testing suite with instant grading and timer controls.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ATS resume auditor and AI-assisted resume builder.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Strict role separation isolating student learners and admin owners.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Print-ready Concept Note and complete project documentation.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Future Roadmap (Phases 2 &amp; 3)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Phase 2: In-Browser Code Sandbox — Integration of WebAssembly/Docker micro-execution for live coding tests with automated test cases.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Phase 3: Multi-Modal Voice &amp; Vision AI Interviewer — WebRTC speech-to-text and facial expression analysis for realistic behavioral mock interviews.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Phase 4: University LMS / ERP Integration — Bi-directional API syncing with Moodle, Canvas, and college attendance portals.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Phase 5: Corporate Recruiter Portal — Dedicated interface for hiring partners to schedule campus drives and filter verified candidate scores.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